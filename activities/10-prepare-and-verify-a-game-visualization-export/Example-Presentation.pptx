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565392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87782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9B8E"/>
                </a:solidFill>
                <a:latin typeface="Arial"/>
              </a:rPr>
              <a:t>ACTIVITY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9052560" cy="1463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Prepare and Verify a Game/Visualization Export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3749039"/>
            <a:ext cx="8961120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D8E0EA"/>
                </a:solidFill>
                <a:latin typeface="Arial"/>
              </a:rPr>
              <a:t>K3 · K4 · K6 · A4 · A6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38360" y="777240"/>
            <a:ext cx="1828800" cy="1188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6400" b="1">
                <a:solidFill>
                  <a:srgbClr val="009B8E"/>
                </a:solidFill>
                <a:latin typeface="Arial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Activity 10 · Prepare and Verify a Game/Visualization Export · TGS-2023037544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</a:t>
            </a:r>
          </a:p>
        </p:txBody>
      </p:sp>
    </p:spTree>
  </p:cSld>
  <p:transition spd="fast">
    <p:push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ACTIVITY 10 · ADVANCED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Prepare and Verify a Game/Visualization Export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1417320" cy="420624"/>
          </a:xfrm>
          <a:prstGeom prst="round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55648"/>
            <a:ext cx="1417320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ACTIVITY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95728"/>
            <a:ext cx="6766560" cy="1051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82230"/>
                </a:solidFill>
                <a:latin typeface="Arial"/>
              </a:rPr>
              <a:t>A client needs a GLB asset for a web product viewer with predictable scale, materials and performance.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685032"/>
            <a:ext cx="6766560" cy="192024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6263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DELIVERABLE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89120"/>
            <a:ext cx="6263640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82230"/>
                </a:solidFill>
                <a:latin typeface="Arial"/>
              </a:rPr>
              <a:t>A validated GLB export, round-trip Blender check and delivery record.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1755648"/>
            <a:ext cx="3758184" cy="3849624"/>
          </a:xfrm>
          <a:prstGeom prst="round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2103120"/>
            <a:ext cx="31546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9B8E"/>
                </a:solidFill>
                <a:latin typeface="Arial"/>
              </a:rPr>
              <a:t>ALIGNMENT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523744"/>
            <a:ext cx="315468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K3 · K4 · K6 · A4 · A6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410712"/>
            <a:ext cx="31546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9B8E"/>
                </a:solidFill>
                <a:latin typeface="Arial"/>
              </a:rPr>
              <a:t>OBJECTIVE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840480"/>
            <a:ext cx="3154680" cy="12344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Package a model for real-time delivery and verify it through round-trip import.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Activity 10 · Prepare and Verify a Game/Visualization Export · TGS-2023037544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2</a:t>
            </a:r>
          </a:p>
        </p:txBody>
      </p:sp>
    </p:spTree>
  </p:cSld>
  <p:transition spd="fast">
    <p:fade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SAMPLE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Example evidence 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10826496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sh-bowl.jpg"/>
          <p:cNvPicPr>
            <a:picLocks noChangeAspect="1"/>
          </p:cNvPicPr>
          <p:nvPr/>
        </p:nvPicPr>
        <p:blipFill>
          <a:blip r:embed="rId2"/>
          <a:srcRect t="6490" b="6490"/>
          <a:stretch>
            <a:fillRect/>
          </a:stretch>
        </p:blipFill>
        <p:spPr>
          <a:xfrm>
            <a:off x="822960" y="1874519"/>
            <a:ext cx="6903720" cy="40050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82712" y="2121408"/>
            <a:ext cx="3154680" cy="2697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82230"/>
                </a:solidFill>
                <a:latin typeface="Arial"/>
              </a:rPr>
              <a:t>Replace this concept visual with your own Blender screenshot or render. Keep the camera, version and acceptance result visible in the slide notes or caption.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82712" y="5093208"/>
            <a:ext cx="31546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D6878"/>
                </a:solidFill>
                <a:latin typeface="Arial"/>
              </a:rPr>
              <a:t>Concept visual — validate against the editable Blender file.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Activity 10 · Prepare and Verify a Game/Visualization Export · TGS-2023037544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</a:t>
            </a:r>
          </a:p>
        </p:txBody>
      </p:sp>
    </p:spTree>
  </p:cSld>
  <p:transition spd="fast">
    <p:fade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VERIFY, DOCUMENT, SUBMIT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Activity 10 — acceptance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4297680"/>
          </a:xfrm>
          <a:prstGeom prst="roundRect">
            <a:avLst/>
          </a:prstGeom>
          <a:solidFill>
            <a:srgbClr val="E9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57400"/>
            <a:ext cx="46634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B8E"/>
                </a:solidFill>
                <a:latin typeface="Arial"/>
              </a:rPr>
              <a:t>ACCEPTANCE CHECKS</a:t>
            </a:r>
          </a:p>
        </p:txBody>
      </p:sp>
      <p:sp>
        <p:nvSpPr>
          <p:cNvPr id="8" name="Oval 7"/>
          <p:cNvSpPr/>
          <p:nvPr/>
        </p:nvSpPr>
        <p:spPr>
          <a:xfrm>
            <a:off x="941832" y="2642616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260604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Target requirements stated</a:t>
            </a:r>
          </a:p>
        </p:txBody>
      </p:sp>
      <p:sp>
        <p:nvSpPr>
          <p:cNvPr id="10" name="Oval 9"/>
          <p:cNvSpPr/>
          <p:nvPr/>
        </p:nvSpPr>
        <p:spPr>
          <a:xfrm>
            <a:off x="941832" y="3264408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3227832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Only approved objects exported</a:t>
            </a:r>
          </a:p>
        </p:txBody>
      </p:sp>
      <p:sp>
        <p:nvSpPr>
          <p:cNvPr id="12" name="Oval 11"/>
          <p:cNvSpPr/>
          <p:nvPr/>
        </p:nvSpPr>
        <p:spPr>
          <a:xfrm>
            <a:off x="941832" y="3886200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3849624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Scale and axes correct</a:t>
            </a:r>
          </a:p>
        </p:txBody>
      </p:sp>
      <p:sp>
        <p:nvSpPr>
          <p:cNvPr id="14" name="Oval 13"/>
          <p:cNvSpPr/>
          <p:nvPr/>
        </p:nvSpPr>
        <p:spPr>
          <a:xfrm>
            <a:off x="941832" y="4507992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4471416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Materials survive round trip</a:t>
            </a:r>
          </a:p>
        </p:txBody>
      </p:sp>
      <p:sp>
        <p:nvSpPr>
          <p:cNvPr id="16" name="Oval 15"/>
          <p:cNvSpPr/>
          <p:nvPr/>
        </p:nvSpPr>
        <p:spPr>
          <a:xfrm>
            <a:off x="941832" y="5129784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5093208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Triangle budget met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2" y="1783080"/>
            <a:ext cx="5285232" cy="429768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057400"/>
            <a:ext cx="47091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04CD9"/>
                </a:solidFill>
                <a:latin typeface="Arial"/>
              </a:rPr>
              <a:t>EVIDENCE TO SUBMIT</a:t>
            </a:r>
          </a:p>
        </p:txBody>
      </p:sp>
      <p:sp>
        <p:nvSpPr>
          <p:cNvPr id="20" name="Oval 19"/>
          <p:cNvSpPr/>
          <p:nvPr/>
        </p:nvSpPr>
        <p:spPr>
          <a:xfrm>
            <a:off x="6483096" y="264261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76288" y="260604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Export settings</a:t>
            </a:r>
          </a:p>
        </p:txBody>
      </p:sp>
      <p:sp>
        <p:nvSpPr>
          <p:cNvPr id="22" name="Oval 21"/>
          <p:cNvSpPr/>
          <p:nvPr/>
        </p:nvSpPr>
        <p:spPr>
          <a:xfrm>
            <a:off x="6483096" y="319125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76288" y="315468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Final statistics</a:t>
            </a:r>
          </a:p>
        </p:txBody>
      </p:sp>
      <p:sp>
        <p:nvSpPr>
          <p:cNvPr id="24" name="Oval 23"/>
          <p:cNvSpPr/>
          <p:nvPr/>
        </p:nvSpPr>
        <p:spPr>
          <a:xfrm>
            <a:off x="6483096" y="373989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76288" y="370332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Source/import comparison</a:t>
            </a:r>
          </a:p>
        </p:txBody>
      </p:sp>
      <p:sp>
        <p:nvSpPr>
          <p:cNvPr id="26" name="Oval 25"/>
          <p:cNvSpPr/>
          <p:nvPr/>
        </p:nvSpPr>
        <p:spPr>
          <a:xfrm>
            <a:off x="6483096" y="428853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76288" y="425196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Target-viewer screenshot</a:t>
            </a:r>
          </a:p>
        </p:txBody>
      </p:sp>
      <p:sp>
        <p:nvSpPr>
          <p:cNvPr id="28" name="Oval 27"/>
          <p:cNvSpPr/>
          <p:nvPr/>
        </p:nvSpPr>
        <p:spPr>
          <a:xfrm>
            <a:off x="6483096" y="483717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76288" y="480060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Delivery package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Activity 10 · Prepare and Verify a Game/Visualization Export · TGS-2023037544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4</a:t>
            </a:r>
          </a:p>
        </p:txBody>
      </p:sp>
    </p:spTree>
  </p:cSld>
  <p:transition spd="fast">
    <p:fade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