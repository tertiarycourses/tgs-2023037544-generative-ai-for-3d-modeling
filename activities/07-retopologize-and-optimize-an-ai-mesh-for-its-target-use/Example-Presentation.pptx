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56539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87782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B8E"/>
                </a:solidFill>
                <a:latin typeface="Arial"/>
              </a:rPr>
              <a:t>ACTIVITY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905256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Retopologize and Optimize an AI Mesh for Its Target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49039"/>
            <a:ext cx="89611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K2 · K4 · A3 · A4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777240"/>
            <a:ext cx="1828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400" b="1">
                <a:solidFill>
                  <a:srgbClr val="009B8E"/>
                </a:solidFill>
                <a:latin typeface="Arial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7 · Retopologize and Optimize an AI Mesh for Its Target Use · TGS-2023037544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transition spd="fast">
    <p:push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7 · INTERMEDIATE TO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Retopologize and Optimize an AI Mesh for Its Target 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A dense generated mesh must become a responsive real-time asset without losing its recognizable silhouette.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target-use retopology, statistics comparison and feature-retention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K2 · K4 · A3 · A4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Select a retopology approach, meet a polygon budget and preserve critical form.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7 · Retopologize and Optimize an AI Mesh for Its Target Use · TGS-2023037544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transition spd="fast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SAMPLE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Example evidence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sh-cleanup-v1.png"/>
          <p:cNvPicPr>
            <a:picLocks noChangeAspect="1"/>
          </p:cNvPicPr>
          <p:nvPr/>
        </p:nvPicPr>
        <p:blipFill>
          <a:blip r:embed="rId2"/>
          <a:srcRect l="4020" r="4020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Replace this concept visual with your own Blender screenshot or render. Keep the camera, version and acceptance result visible in the slide notes or caption.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7 · Retopologize and Optimize an AI Mesh for Its Target Use · TGS-2023037544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7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Target use and budget stated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Method justified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Silhouette retained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Topology checks pass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Reduction metrics recorded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High/low overlay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Wireframe comparison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Statistics table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Triangulated preview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Limitations note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7 · Retopologize and Optimize an AI Mesh for Its Target Use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transition spd="fast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