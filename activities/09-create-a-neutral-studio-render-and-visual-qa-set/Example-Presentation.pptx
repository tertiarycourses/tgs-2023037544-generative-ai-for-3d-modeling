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Create a Neutral Studio Render and Visual QA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K3 · K5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9 · Create a Neutral Studio Render and Visual QA Set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9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Create a Neutral Studio Render and Visual QA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design team needs evidence renders that reveal form and surface quality rather than hiding defects with dramatic lighting.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four-view neutral render set and a documented render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 · K5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Use consistent cameras, lighting and colour settings to create comparable validation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9 · Create a Neutral Studio Render and Visual QA Set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sh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9 · Create a Neutral Studio Render and Visual QA Set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9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Four required views complete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Camera and exposure consistent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lighting reveals form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 settings recorded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Blocking artefacts 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Camera setup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diagram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Four-view render set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Settings table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Surface QA 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9 · Create a Neutral Studio Render and Visual QA Set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