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565392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17320"/>
            <a:ext cx="877824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09B8E"/>
                </a:solidFill>
                <a:latin typeface="Arial"/>
              </a:rPr>
              <a:t>ACTIVITY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965960"/>
            <a:ext cx="9052560" cy="146304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FFFFFF"/>
                </a:solidFill>
                <a:latin typeface="Arial"/>
              </a:rPr>
              <a:t>Prepare and Verify a 3D-Printable STL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96112" y="3749039"/>
            <a:ext cx="8961120" cy="9144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D8E0EA"/>
                </a:solidFill>
                <a:latin typeface="Arial"/>
              </a:rPr>
              <a:t>K4 · K5 · A4 · A6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738360" y="777240"/>
            <a:ext cx="1828800" cy="11887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400" b="1">
                <a:solidFill>
                  <a:srgbClr val="009B8E"/>
                </a:solidFill>
                <a:latin typeface="Arial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11 · Prepare and Verify a 3D-Printable STL · TGS-2023037544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1</a:t>
            </a:r>
          </a:p>
        </p:txBody>
      </p:sp>
    </p:spTree>
  </p:cSld>
  <p:transition spd="fast">
    <p:push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ACTIVITY 11 · ADVANCED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Prepare and Verify a 3D-Printable STL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55648"/>
            <a:ext cx="1417320" cy="420624"/>
          </a:xfrm>
          <a:prstGeom prst="round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1755648"/>
            <a:ext cx="1417320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ACTIVITY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395728"/>
            <a:ext cx="676656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>
                <a:solidFill>
                  <a:srgbClr val="182230"/>
                </a:solidFill>
                <a:latin typeface="Arial"/>
              </a:rPr>
              <a:t>The product concept must be delivered as a small physical prototype for ergonomic review.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" y="3685032"/>
            <a:ext cx="6766560" cy="192024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626364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DELIVERABLE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389120"/>
            <a:ext cx="6263640" cy="868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A millimetre-scale STL, printable-source Blender file and slicer-readiness checklist.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26679" y="1755648"/>
            <a:ext cx="3758184" cy="3849624"/>
          </a:xfrm>
          <a:prstGeom prst="round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2103120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ALIGNMENT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523744"/>
            <a:ext cx="315468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K4 · K5 · A4 · A6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410712"/>
            <a:ext cx="31546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09B8E"/>
                </a:solidFill>
                <a:latin typeface="Arial"/>
              </a:rPr>
              <a:t>OBJECTIVE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3840480"/>
            <a:ext cx="315468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50" b="0">
                <a:solidFill>
                  <a:srgbClr val="FFFFFF"/>
                </a:solidFill>
                <a:latin typeface="Arial"/>
              </a:rPr>
              <a:t>Convert a model into a watertight, correctly scaled print candidate with manufacturability evidence.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11 · Prepare and Verify a 3D-Printable STL · TGS-2023037544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2</a:t>
            </a:r>
          </a:p>
        </p:txBody>
      </p:sp>
    </p:spTree>
  </p:cSld>
  <p:transition spd="fast">
    <p:fade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704CD9"/>
                </a:solidFill>
                <a:latin typeface="Arial"/>
              </a:rPr>
              <a:t>SAMPLE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Example evidence 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10826496" cy="434340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happy-fish-concept.jpg"/>
          <p:cNvPicPr>
            <a:picLocks noChangeAspect="1"/>
          </p:cNvPicPr>
          <p:nvPr/>
        </p:nvPicPr>
        <p:blipFill>
          <a:blip r:embed="rId2"/>
          <a:srcRect l="1520" r="1520"/>
          <a:stretch>
            <a:fillRect/>
          </a:stretch>
        </p:blipFill>
        <p:spPr>
          <a:xfrm>
            <a:off x="822960" y="1874519"/>
            <a:ext cx="6903720" cy="40050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982712" y="2121408"/>
            <a:ext cx="3154680" cy="26974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82230"/>
                </a:solidFill>
                <a:latin typeface="Arial"/>
              </a:rPr>
              <a:t>Replace this concept visual with your own Blender screenshot or render. Keep the camera, version and acceptance result visible in the slide notes or caption.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82712" y="5093208"/>
            <a:ext cx="315468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D6878"/>
                </a:solidFill>
                <a:latin typeface="Arial"/>
              </a:rPr>
              <a:t>Concept visual — validate against the editable Blender file.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11 · Prepare and Verify a 3D-Printable STL · TGS-2023037544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3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82880" cy="1600200"/>
          </a:xfrm>
          <a:prstGeom prst="rect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310896"/>
            <a:ext cx="1069848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09B8E"/>
                </a:solidFill>
                <a:latin typeface="Arial"/>
              </a:rPr>
              <a:t>VERIFY, DOCUMENT, SUBMIT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713232"/>
            <a:ext cx="10835640" cy="8046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82230"/>
                </a:solidFill>
                <a:latin typeface="Arial"/>
              </a:rPr>
              <a:t>Activity 11 — acceptance evidence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83080"/>
            <a:ext cx="5230368" cy="4297680"/>
          </a:xfrm>
          <a:prstGeom prst="roundRect">
            <a:avLst/>
          </a:prstGeom>
          <a:solidFill>
            <a:srgbClr val="E9F8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2057400"/>
            <a:ext cx="46634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9B8E"/>
                </a:solidFill>
                <a:latin typeface="Arial"/>
              </a:rPr>
              <a:t>ACCEPTANCE CHECKS</a:t>
            </a:r>
          </a:p>
        </p:txBody>
      </p:sp>
      <p:sp>
        <p:nvSpPr>
          <p:cNvPr id="8" name="Oval 7"/>
          <p:cNvSpPr/>
          <p:nvPr/>
        </p:nvSpPr>
        <p:spPr>
          <a:xfrm>
            <a:off x="941832" y="2642616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25880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Print process and limits stated</a:t>
            </a:r>
          </a:p>
        </p:txBody>
      </p:sp>
      <p:sp>
        <p:nvSpPr>
          <p:cNvPr id="10" name="Oval 9"/>
          <p:cNvSpPr/>
          <p:nvPr/>
        </p:nvSpPr>
        <p:spPr>
          <a:xfrm>
            <a:off x="941832" y="3264408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25880" y="3227832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Closed manifold volume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3886200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25880" y="3849624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Wall thickness meets target</a:t>
            </a:r>
          </a:p>
        </p:txBody>
      </p:sp>
      <p:sp>
        <p:nvSpPr>
          <p:cNvPr id="14" name="Oval 13"/>
          <p:cNvSpPr/>
          <p:nvPr/>
        </p:nvSpPr>
        <p:spPr>
          <a:xfrm>
            <a:off x="941832" y="4507992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25880" y="4471416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Re-import scale correct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" y="5129784"/>
            <a:ext cx="246888" cy="246888"/>
          </a:xfrm>
          <a:prstGeom prst="ellipse">
            <a:avLst/>
          </a:prstGeom>
          <a:solidFill>
            <a:srgbClr val="009B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25880" y="5093208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Slicer warnings resolved or documented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99632" y="1783080"/>
            <a:ext cx="5285232" cy="4297680"/>
          </a:xfrm>
          <a:prstGeom prst="roundRect">
            <a:avLst/>
          </a:prstGeom>
          <a:solidFill>
            <a:srgbClr val="F4F7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73952" y="2057400"/>
            <a:ext cx="470916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04CD9"/>
                </a:solidFill>
                <a:latin typeface="Arial"/>
              </a:rPr>
              <a:t>EVIDENCE TO SUBMIT</a:t>
            </a:r>
          </a:p>
        </p:txBody>
      </p:sp>
      <p:sp>
        <p:nvSpPr>
          <p:cNvPr id="20" name="Oval 19"/>
          <p:cNvSpPr/>
          <p:nvPr/>
        </p:nvSpPr>
        <p:spPr>
          <a:xfrm>
            <a:off x="6483096" y="264261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76288" y="260604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Dimension screenshot</a:t>
            </a:r>
          </a:p>
        </p:txBody>
      </p:sp>
      <p:sp>
        <p:nvSpPr>
          <p:cNvPr id="22" name="Oval 21"/>
          <p:cNvSpPr/>
          <p:nvPr/>
        </p:nvSpPr>
        <p:spPr>
          <a:xfrm>
            <a:off x="6483096" y="319125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76288" y="315468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Manifold/Face Orientation checks</a:t>
            </a:r>
          </a:p>
        </p:txBody>
      </p:sp>
      <p:sp>
        <p:nvSpPr>
          <p:cNvPr id="24" name="Oval 23"/>
          <p:cNvSpPr/>
          <p:nvPr/>
        </p:nvSpPr>
        <p:spPr>
          <a:xfrm>
            <a:off x="6483096" y="373989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76288" y="370332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Wall-thickness evidence</a:t>
            </a:r>
          </a:p>
        </p:txBody>
      </p:sp>
      <p:sp>
        <p:nvSpPr>
          <p:cNvPr id="26" name="Oval 25"/>
          <p:cNvSpPr/>
          <p:nvPr/>
        </p:nvSpPr>
        <p:spPr>
          <a:xfrm>
            <a:off x="6483096" y="428853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76288" y="425196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Re-import comparison</a:t>
            </a:r>
          </a:p>
        </p:txBody>
      </p:sp>
      <p:sp>
        <p:nvSpPr>
          <p:cNvPr id="28" name="Oval 27"/>
          <p:cNvSpPr/>
          <p:nvPr/>
        </p:nvSpPr>
        <p:spPr>
          <a:xfrm>
            <a:off x="6483096" y="4837176"/>
            <a:ext cx="246888" cy="246888"/>
          </a:xfrm>
          <a:prstGeom prst="ellipse">
            <a:avLst/>
          </a:prstGeom>
          <a:solidFill>
            <a:srgbClr val="704C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76288" y="4800600"/>
            <a:ext cx="4160520" cy="5486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70" b="0">
                <a:solidFill>
                  <a:srgbClr val="182230"/>
                </a:solidFill>
                <a:latin typeface="Arial"/>
              </a:rPr>
              <a:t>Slicer or readiness report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11C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6601968"/>
            <a:ext cx="6217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Activity 11 · Prepare and Verify a 3D-Printable STL · TGS-2023037544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6601968"/>
            <a:ext cx="4389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601968"/>
            <a:ext cx="59436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FFFFFF"/>
                </a:solidFill>
                <a:latin typeface="Arial"/>
              </a:rPr>
              <a:t>4</a:t>
            </a:r>
          </a:p>
        </p:txBody>
      </p:sp>
    </p:spTree>
  </p:cSld>
  <p:transition spd="fast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