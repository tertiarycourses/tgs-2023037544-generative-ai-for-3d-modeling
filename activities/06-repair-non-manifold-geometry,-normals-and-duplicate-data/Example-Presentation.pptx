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Repair Non-Manifold Geometry, Normals and Duplicate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K4 · A2 · 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6 · Repair Non-Manifold Geometry, Normals and Duplicate Data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6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Repair Non-Manifold Geometry, Normals and Duplicate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inspected model has a belly seam, flipped faces and doubled vertices that cause shading and export defects.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repaired manifold model with before/after evidence and regression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K4 · A2 · 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Apply local, reversible repairs and prove that the original failing checks now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6 · Repair Non-Manifold Geometry, Normals and Duplicate Data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sh-cleanup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6 · Repair Non-Manifold Geometry, Normals and Duplicate Data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6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Baseline remains unchanged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Merge threshold documented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Boundary repaired locally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Normals face outward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Regression checks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Before/after Face Orientation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Merged-vertex count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Repaired boundary close-up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Regression table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Versioned Blender 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6 · Repair Non-Manifold Geometry, Normals and Duplicate Data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