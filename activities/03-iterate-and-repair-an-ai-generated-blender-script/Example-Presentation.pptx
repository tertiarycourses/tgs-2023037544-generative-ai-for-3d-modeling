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Iterate and Repair an AI-Generated Blender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K2 · K6 · 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3 · Iterate and Repair an AI-Generated Blender Script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3 · FOUNDATION TO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Iterate and Repair an AI-Generated Blender 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generated script fails after a Blender update and leaves partial objects in the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 rerunnable script, an error log and a before/after diagnosis.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K6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Diagnose a controlled script failure and use evidence-driven AI feedback to repair it safely.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3 · Iterate and Repair an AI-Generated Blender Script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rst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3 · Iterate and Repair an AI-Generated Blender Script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3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Full traceback captured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Root cause classified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Patch is narrowly scoped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Second run creates no duplicates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Expected geometry and modifiers 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Error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Root-cause statement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code excerpt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Two-run Outliner check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script and .blend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3 · Iterate and Repair an AI-Generated Blender Script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