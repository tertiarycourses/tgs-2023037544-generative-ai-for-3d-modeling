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Inspect an AI-Generated Mesh and Build a Validation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K4 · K5 · 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5 · Inspect an AI-Generated Mesh and Build a Validation Baseline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5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Inspect an AI-Generated Mesh and Build a Validation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An external AI mesh arrives with no quality record and must be assessed before refinement.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frozen baseline Blender file, defect register and validation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K5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Measure geometry, transforms, topology and evidence before making repairs.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5 · Inspect an AI-Generated Mesh and Build a Validation Baseline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5 · Inspect an AI-Generated Mesh and Build a Validation Baseline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5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preserved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Units and transforms recorded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statistics captured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Non-manifold and normals checks completed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Findings have severity and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Statistics screenshot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Face Orientation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Non-manifold selection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5 · Inspect an AI-Generated Mesh and Build a Validation Baseline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