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Translate a Design Requirement into an AI-Ready 3D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K1 · K3 · A1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1 · Translate a Design Requirement into an AI-Ready 3D Brief · TGS-2023037544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1 ·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Translate a Design Requirement into an AI-Ready 3D Brief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A retail innovation team needs a compact desktop product visual for stakeholder review and later prototyping.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one-page model brief, prompt specification and acceptance scorecard.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K1 · K3 · A1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Create measurable geometry, appearance and delivery criteria before using AI.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1 · Translate a Design Requirement into an AI-Ready 3D Brief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SAMPLE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Example evidence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duct-variants-v1.png"/>
          <p:cNvPicPr>
            <a:picLocks noChangeAspect="1"/>
          </p:cNvPicPr>
          <p:nvPr/>
        </p:nvPicPr>
        <p:blipFill>
          <a:blip r:embed="rId2"/>
          <a:srcRect l="4020" r="40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Replace this concept visual with your own Blender screenshot or render. Keep the camera, version and acceptance result visible in the slide notes or 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1 · Translate a Design Requirement into an AI-Ready 3D Brief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1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Purpose and audience are explicit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Dimensions and units are stated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Editable parts are named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Acceptance criteria are measurable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Delivery formats are defined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Completed model brief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Prompt specification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Acceptance scorecard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One-slide decision summary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1 · Translate a Design Requirement into an AI-Ready 3D Brief · TGS-2023037544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