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Develop and Select Three AI-Assisted Product 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K1 · K3 · A1 · 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4 · Develop and Select Three AI-Assisted Product Variants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4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Develop and Select Three AI-Assisted Product Variants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Stakeholders want options for the desktop product but need a defendable recommendation, not a gallery of arbitrary shapes.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Three normalized Blender blockouts, a weighted decision matrix and a selected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 · K3 · A1 · 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Generate meaningful design alternatives and select one using weighted acceptance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4 · Develop and Select Three AI-Assisted Product Variants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4 · Develop and Select Three AI-Assisted Product Variants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4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Three variants differ meaningfully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Common camera and lighting used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Criteria total 100%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Scores cite evidence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includes trade-off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Nine comparable views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Weighted matrix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Sensitivity check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and mitigation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Variant collections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4 · Develop and Select Three AI-Assisted Product Variants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