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565392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87782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9B8E"/>
                </a:solidFill>
                <a:latin typeface="Arial"/>
              </a:rPr>
              <a:t>ACTIVITY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9052560" cy="1463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UV-Unwrap and Apply AI-Assisted PBR Materials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749039"/>
            <a:ext cx="896112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D8E0EA"/>
                </a:solidFill>
                <a:latin typeface="Arial"/>
              </a:rPr>
              <a:t>K2 · K5 · A3 · A4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38360" y="777240"/>
            <a:ext cx="182880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400" b="1">
                <a:solidFill>
                  <a:srgbClr val="009B8E"/>
                </a:solidFill>
                <a:latin typeface="Arial"/>
              </a:rP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Activity 8 · UV-Unwrap and Apply AI-Assisted PBR Materials · TGS-2023037544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</a:t>
            </a:r>
          </a:p>
        </p:txBody>
      </p:sp>
    </p:spTree>
  </p:cSld>
  <p:transition spd="fast">
    <p:push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ACTIVITY 8 · INTERMEDIATE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UV-Unwrap and Apply AI-Assisted PBR Materials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1417320" cy="420624"/>
          </a:xfrm>
          <a:prstGeom prst="round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1417320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ACTIVITY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95728"/>
            <a:ext cx="676656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82230"/>
                </a:solidFill>
                <a:latin typeface="Arial"/>
              </a:rPr>
              <a:t>The optimized asset needs a consistent product finish and texture set suitable for review and export.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85032"/>
            <a:ext cx="6766560" cy="19202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6263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626364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A UV-mapped Blender asset, validated material channels and texture evidence.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755648"/>
            <a:ext cx="3758184" cy="3849624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103120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ALIGNMENT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523744"/>
            <a:ext cx="315468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K2 · K5 · A3 · A4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410712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840480"/>
            <a:ext cx="3154680" cy="1234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Create usable UVs and physically plausible materials from AI-assisted references.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Activity 8 · UV-Unwrap and Apply AI-Assisted PBR Materials · TGS-2023037544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</a:t>
            </a:r>
          </a:p>
        </p:txBody>
      </p:sp>
    </p:spTree>
  </p:cSld>
  <p:transition spd="fast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SAMPLE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Example evidence 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0826496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sh-texture.png"/>
          <p:cNvPicPr>
            <a:picLocks noChangeAspect="1"/>
          </p:cNvPicPr>
          <p:nvPr/>
        </p:nvPicPr>
        <p:blipFill>
          <a:blip r:embed="rId2"/>
          <a:srcRect t="20993" b="20993"/>
          <a:stretch>
            <a:fillRect/>
          </a:stretch>
        </p:blipFill>
        <p:spPr>
          <a:xfrm>
            <a:off x="822960" y="1874519"/>
            <a:ext cx="6903720" cy="40050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82712" y="2121408"/>
            <a:ext cx="3154680" cy="2697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Replace this concept visual with your own Blender screenshot or render. Keep the camera, version and acceptance result visible in the slide notes or caption.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2712" y="5093208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D6878"/>
                </a:solidFill>
                <a:latin typeface="Arial"/>
              </a:rPr>
              <a:t>Concept visual — validate against the editable Blender 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Activity 8 · UV-Unwrap and Apply AI-Assisted PBR Materials · TGS-2023037544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</a:t>
            </a:r>
          </a:p>
        </p:txBody>
      </p:sp>
    </p:spTree>
  </p:cSld>
  <p:transition spd="fast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VERIFY, DOCUMENT, SUBMIT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Activity 8 — acceptance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4297680"/>
          </a:xfrm>
          <a:prstGeom prst="roundRect">
            <a:avLst/>
          </a:prstGeom>
          <a:solidFill>
            <a:srgbClr val="E9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46634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B8E"/>
                </a:solidFill>
                <a:latin typeface="Arial"/>
              </a:rPr>
              <a:t>ACCEPTANCE CHECKS</a:t>
            </a:r>
          </a:p>
        </p:txBody>
      </p:sp>
      <p:sp>
        <p:nvSpPr>
          <p:cNvPr id="8" name="Oval 7"/>
          <p:cNvSpPr/>
          <p:nvPr/>
        </p:nvSpPr>
        <p:spPr>
          <a:xfrm>
            <a:off x="941832" y="2642616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Seams follow logical boundaries</a:t>
            </a:r>
          </a:p>
        </p:txBody>
      </p:sp>
      <p:sp>
        <p:nvSpPr>
          <p:cNvPr id="10" name="Oval 9"/>
          <p:cNvSpPr/>
          <p:nvPr/>
        </p:nvSpPr>
        <p:spPr>
          <a:xfrm>
            <a:off x="941832" y="3264408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3227832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Checker shows acceptable distortion</a:t>
            </a:r>
          </a:p>
        </p:txBody>
      </p:sp>
      <p:sp>
        <p:nvSpPr>
          <p:cNvPr id="12" name="Oval 11"/>
          <p:cNvSpPr/>
          <p:nvPr/>
        </p:nvSpPr>
        <p:spPr>
          <a:xfrm>
            <a:off x="941832" y="3886200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849624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Texel density is consistent</a:t>
            </a:r>
          </a:p>
        </p:txBody>
      </p:sp>
      <p:sp>
        <p:nvSpPr>
          <p:cNvPr id="14" name="Oval 13"/>
          <p:cNvSpPr/>
          <p:nvPr/>
        </p:nvSpPr>
        <p:spPr>
          <a:xfrm>
            <a:off x="941832" y="4507992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471416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Colour spaces are correct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" y="5129784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5093208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Texture provenance recorded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1783080"/>
            <a:ext cx="5285232" cy="42976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57400"/>
            <a:ext cx="47091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04CD9"/>
                </a:solidFill>
                <a:latin typeface="Arial"/>
              </a:rPr>
              <a:t>EVIDENCE TO SUBMIT</a:t>
            </a:r>
          </a:p>
        </p:txBody>
      </p:sp>
      <p:sp>
        <p:nvSpPr>
          <p:cNvPr id="20" name="Oval 19"/>
          <p:cNvSpPr/>
          <p:nvPr/>
        </p:nvSpPr>
        <p:spPr>
          <a:xfrm>
            <a:off x="6483096" y="264261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76288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UV layout screenshot</a:t>
            </a:r>
          </a:p>
        </p:txBody>
      </p:sp>
      <p:sp>
        <p:nvSpPr>
          <p:cNvPr id="22" name="Oval 21"/>
          <p:cNvSpPr/>
          <p:nvPr/>
        </p:nvSpPr>
        <p:spPr>
          <a:xfrm>
            <a:off x="6483096" y="319125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6288" y="315468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Checker test</a:t>
            </a:r>
          </a:p>
        </p:txBody>
      </p:sp>
      <p:sp>
        <p:nvSpPr>
          <p:cNvPr id="24" name="Oval 23"/>
          <p:cNvSpPr/>
          <p:nvPr/>
        </p:nvSpPr>
        <p:spPr>
          <a:xfrm>
            <a:off x="6483096" y="373989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76288" y="370332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Shader graph</a:t>
            </a:r>
          </a:p>
        </p:txBody>
      </p:sp>
      <p:sp>
        <p:nvSpPr>
          <p:cNvPr id="26" name="Oval 25"/>
          <p:cNvSpPr/>
          <p:nvPr/>
        </p:nvSpPr>
        <p:spPr>
          <a:xfrm>
            <a:off x="6483096" y="428853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76288" y="425196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Neutral-light material render</a:t>
            </a:r>
          </a:p>
        </p:txBody>
      </p:sp>
      <p:sp>
        <p:nvSpPr>
          <p:cNvPr id="28" name="Oval 27"/>
          <p:cNvSpPr/>
          <p:nvPr/>
        </p:nvSpPr>
        <p:spPr>
          <a:xfrm>
            <a:off x="6483096" y="483717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76288" y="480060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Texture register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Activity 8 · UV-Unwrap and Apply AI-Assisted PBR Materials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4</a:t>
            </a:r>
          </a:p>
        </p:txBody>
      </p:sp>
    </p:spTree>
  </p:cSld>
  <p:transition spd="fast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