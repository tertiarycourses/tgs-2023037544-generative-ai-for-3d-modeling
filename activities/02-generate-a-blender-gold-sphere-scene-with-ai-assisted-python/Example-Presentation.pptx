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Generate a Blender Gold-Sphere Scene with AI-Assisted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K2 · K6 · 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2 · Generate a Blender Gold-Sphere Scene with AI-Assisted Python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Generate a Blender Gold-Sphere Scene with AI-Assisted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team wants a repeatable proof-of-concept showing how natural-language intent can create named geometry and a material in Blender.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safe Blender script, a generated gold sphere scene and an execution evidence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K6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Use the video workflow to request, inspect, run and verify a small Blender Python script.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2 · Generate a Blender Gold-Sphere Scene with AI-Assisted Python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rst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2 · Generate a Blender Gold-Sphere Scene with AI-Assisted Python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Script targets the installed Blender 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automatic file overwrite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Named sphere and material exist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Scale and placement verified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 and Blender source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Exact prompt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Reviewed script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Outliner screenshot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Rendered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Completed .blend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2 · Generate a Blender Gold-Sphere Scene with AI-Assisted Python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