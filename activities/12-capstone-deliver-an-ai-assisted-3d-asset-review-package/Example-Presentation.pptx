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Capstone: Deliver an AI-Assisted 3D Asset Review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K1–K6 · A1–A6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12 · Capstone: Deliver an AI-Assisted 3D Asset Review Package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12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Capstone: Deliver an AI-Assisted 3D Asset Review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You are accountable for a complete product-asset handoff that will be reviewed by design, production and business stakeholders.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release-candidate Blender asset, target export, validation dashboard and decision-ready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K1–K6 · A1–A6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Integrate brief, AI assistance, Blender refinement, validation, export and stakeholder recommendation.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12 · Capstone: Deliver an AI-Assisted 3D Asset Review Package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duct-variants-v1.png"/>
          <p:cNvPicPr>
            <a:picLocks noChangeAspect="1"/>
          </p:cNvPicPr>
          <p:nvPr/>
        </p:nvPicPr>
        <p:blipFill>
          <a:blip r:embed="rId2"/>
          <a:srcRect l="4020" r="40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12 · Capstone: Deliver an AI-Assisted 3D Asset Review Package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12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All K/A areas evidenced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and versions traceable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Blocking checks passed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Round-trip export verified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Recommendation and limitations clear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Brief and provenance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Version history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Validation dashboard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render set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Round-trip result</a:t>
            </a:r>
          </a:p>
        </p:txBody>
      </p:sp>
      <p:sp>
        <p:nvSpPr>
          <p:cNvPr id="30" name="Oval 29"/>
          <p:cNvSpPr/>
          <p:nvPr/>
        </p:nvSpPr>
        <p:spPr>
          <a:xfrm>
            <a:off x="6483096" y="53858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53492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Stakeholder presentation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12 · Capstone: Deliver an AI-Assisted 3D Asset Review Package · TGS-2023037544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